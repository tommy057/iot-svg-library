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7559675" cy="1069149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7" userDrawn="1">
          <p15:clr>
            <a:srgbClr val="A4A3A4"/>
          </p15:clr>
        </p15:guide>
        <p15:guide id="2" pos="23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367"/>
        <p:guide pos="2381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743382" y="1425667"/>
            <a:ext cx="6076537" cy="4007584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96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743382" y="5551122"/>
            <a:ext cx="6076537" cy="2295661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985" spc="200"/>
            </a:lvl1pPr>
            <a:lvl2pPr marL="377825" indent="0" algn="ctr">
              <a:buNone/>
              <a:defRPr sz="1655"/>
            </a:lvl2pPr>
            <a:lvl3pPr marL="756285" indent="0" algn="ctr">
              <a:buNone/>
              <a:defRPr sz="1490"/>
            </a:lvl3pPr>
            <a:lvl4pPr marL="1134110" indent="0" algn="ctr">
              <a:buNone/>
              <a:defRPr sz="1325"/>
            </a:lvl4pPr>
            <a:lvl5pPr marL="1511935" indent="0" algn="ctr">
              <a:buNone/>
              <a:defRPr sz="1325"/>
            </a:lvl5pPr>
            <a:lvl6pPr marL="1889760" indent="0" algn="ctr">
              <a:buNone/>
              <a:defRPr sz="1325"/>
            </a:lvl6pPr>
            <a:lvl7pPr marL="2268220" indent="0" algn="ctr">
              <a:buNone/>
              <a:defRPr sz="1325"/>
            </a:lvl7pPr>
            <a:lvl8pPr marL="2646045" indent="0" algn="ctr">
              <a:buNone/>
              <a:defRPr sz="1325"/>
            </a:lvl8pPr>
            <a:lvl9pPr marL="3023870" indent="0" algn="ctr">
              <a:buNone/>
              <a:defRPr sz="1325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77272" y="2323725"/>
            <a:ext cx="6802060" cy="742020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234506" y="6000151"/>
            <a:ext cx="4817475" cy="119554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64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234506" y="7195691"/>
            <a:ext cx="4817475" cy="13527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49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7782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2pPr>
            <a:lvl3pPr marL="75628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3pPr>
            <a:lvl4pPr marL="113411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4pPr>
            <a:lvl5pPr marL="151193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5pPr>
            <a:lvl6pPr marL="188976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6pPr>
            <a:lvl7pPr marL="226822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7pPr>
            <a:lvl8pPr marL="2646045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8pPr>
            <a:lvl9pPr marL="3023870" indent="0">
              <a:buNone/>
              <a:defRPr sz="13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77272" y="2340564"/>
            <a:ext cx="3210162" cy="7403367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975868" y="2340564"/>
            <a:ext cx="3210162" cy="7403367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77272" y="2228307"/>
            <a:ext cx="3312851" cy="594964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3870" indent="0">
              <a:buNone/>
              <a:defRPr sz="1325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77272" y="2890625"/>
            <a:ext cx="3312851" cy="6853306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866822" y="2216658"/>
            <a:ext cx="3312851" cy="594964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65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77825" indent="0">
              <a:buNone/>
              <a:defRPr sz="1655" b="1"/>
            </a:lvl2pPr>
            <a:lvl3pPr marL="756285" indent="0">
              <a:buNone/>
              <a:defRPr sz="1490" b="1"/>
            </a:lvl3pPr>
            <a:lvl4pPr marL="1134110" indent="0">
              <a:buNone/>
              <a:defRPr sz="1325" b="1"/>
            </a:lvl4pPr>
            <a:lvl5pPr marL="1511935" indent="0">
              <a:buNone/>
              <a:defRPr sz="1325" b="1"/>
            </a:lvl5pPr>
            <a:lvl6pPr marL="1889760" indent="0">
              <a:buNone/>
              <a:defRPr sz="1325" b="1"/>
            </a:lvl6pPr>
            <a:lvl7pPr marL="2268220" indent="0">
              <a:buNone/>
              <a:defRPr sz="1325" b="1"/>
            </a:lvl7pPr>
            <a:lvl8pPr marL="2646045" indent="0">
              <a:buNone/>
              <a:defRPr sz="1325" b="1"/>
            </a:lvl8pPr>
            <a:lvl9pPr marL="3023870" indent="0">
              <a:buNone/>
              <a:defRPr sz="1325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866822" y="2890625"/>
            <a:ext cx="3312851" cy="6853306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77272" y="948574"/>
            <a:ext cx="6802060" cy="110012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77272" y="2424757"/>
            <a:ext cx="3245059" cy="718446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937917" y="2424757"/>
            <a:ext cx="3241415" cy="718446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325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6346655" y="1425667"/>
            <a:ext cx="647390" cy="784117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31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67024" y="1425667"/>
            <a:ext cx="5685870" cy="7841170"/>
          </a:xfrm>
        </p:spPr>
        <p:txBody>
          <a:bodyPr vert="eaVert" lIns="46800" tIns="46800" rIns="46800" bIns="46800"/>
          <a:lstStyle>
            <a:lvl1pPr marL="189230" indent="-189230">
              <a:spcAft>
                <a:spcPts val="1000"/>
              </a:spcAft>
              <a:defRPr spc="300"/>
            </a:lvl1pPr>
            <a:lvl2pPr marL="567055" indent="-189230">
              <a:defRPr spc="300"/>
            </a:lvl2pPr>
            <a:lvl3pPr marL="944880" indent="-189230">
              <a:defRPr spc="300"/>
            </a:lvl3pPr>
            <a:lvl4pPr marL="1322705" indent="-189230">
              <a:defRPr spc="300"/>
            </a:lvl4pPr>
            <a:lvl5pPr marL="1701165" indent="-18923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77272" y="1206766"/>
            <a:ext cx="6804292" cy="854839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743382" y="3872876"/>
            <a:ext cx="6076537" cy="158844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96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743382" y="5551122"/>
            <a:ext cx="6076537" cy="73528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98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77272" y="948574"/>
            <a:ext cx="6802060" cy="1100121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77272" y="2323725"/>
            <a:ext cx="6802060" cy="742020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79504" y="9844962"/>
            <a:ext cx="1674285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552354" y="9844962"/>
            <a:ext cx="2455617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5505048" y="9844962"/>
            <a:ext cx="1674285" cy="4939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2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56285" rtl="0" eaLnBrk="1" fontAlgn="auto" latinLnBrk="0" hangingPunct="1">
        <a:lnSpc>
          <a:spcPct val="100000"/>
        </a:lnSpc>
        <a:spcBef>
          <a:spcPct val="0"/>
        </a:spcBef>
        <a:buNone/>
        <a:defRPr sz="297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89230" indent="-189230" algn="l" defTabSz="756285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49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6705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330960" algn="l"/>
          <a:tab pos="1330960" algn="l"/>
          <a:tab pos="1330960" algn="l"/>
          <a:tab pos="1330960" algn="l"/>
        </a:tabLst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944880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32270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701165" indent="-189230" algn="l" defTabSz="75628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15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07899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456815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835275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213100" indent="-189230" algn="l" defTabSz="756285" rtl="0" eaLnBrk="1" latinLnBrk="0" hangingPunct="1">
        <a:lnSpc>
          <a:spcPct val="90000"/>
        </a:lnSpc>
        <a:spcBef>
          <a:spcPct val="83000"/>
        </a:spcBef>
        <a:buFont typeface="Arial" panose="020B0604020202020204" pitchFamily="34" charset="0"/>
        <a:buChar char="•"/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1pPr>
      <a:lvl2pPr marL="37782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2pPr>
      <a:lvl3pPr marL="75628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3pPr>
      <a:lvl4pPr marL="113411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4pPr>
      <a:lvl5pPr marL="151193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5pPr>
      <a:lvl6pPr marL="188976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6pPr>
      <a:lvl7pPr marL="226822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7pPr>
      <a:lvl8pPr marL="2646045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8pPr>
      <a:lvl9pPr marL="3023870" algn="l" defTabSz="756285" rtl="0" eaLnBrk="1" latinLnBrk="0" hangingPunct="1">
        <a:defRPr sz="14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小米汤</cp:lastModifiedBy>
  <cp:revision>157</cp:revision>
  <dcterms:created xsi:type="dcterms:W3CDTF">2019-06-19T02:08:00Z</dcterms:created>
  <dcterms:modified xsi:type="dcterms:W3CDTF">2026-03-21T12:22:20Z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7D8AA6EB1C05443AB690728B863D762B_11</vt:lpwstr>
  </property>
</Properties>
</file>