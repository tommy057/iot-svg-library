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559675" cy="10691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23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367"/>
        <p:guide pos="23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43382" y="1425667"/>
            <a:ext cx="6076537" cy="400758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43382" y="5551122"/>
            <a:ext cx="6076537" cy="2295661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72" y="948574"/>
            <a:ext cx="6802060" cy="110012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77272" y="2323725"/>
            <a:ext cx="6802060" cy="742020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34506" y="6000151"/>
            <a:ext cx="4817475" cy="119554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4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234506" y="7195691"/>
            <a:ext cx="4817475" cy="1352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72" y="948574"/>
            <a:ext cx="6802060" cy="110012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77272" y="2340564"/>
            <a:ext cx="3210162" cy="740336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975868" y="2340564"/>
            <a:ext cx="3210162" cy="740336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72" y="948574"/>
            <a:ext cx="6802060" cy="110012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77272" y="2228307"/>
            <a:ext cx="3312851" cy="594964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77272" y="2890625"/>
            <a:ext cx="3312851" cy="685330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866822" y="2216658"/>
            <a:ext cx="3312851" cy="594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866822" y="2890625"/>
            <a:ext cx="3312851" cy="685330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72" y="948574"/>
            <a:ext cx="6802060" cy="110012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77272" y="2424757"/>
            <a:ext cx="3245059" cy="718446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937917" y="2424757"/>
            <a:ext cx="3241415" cy="718446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6346655" y="1425667"/>
            <a:ext cx="647390" cy="784117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67024" y="1425667"/>
            <a:ext cx="5685870" cy="7841170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2705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77272" y="1206766"/>
            <a:ext cx="6804292" cy="854839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43382" y="3872876"/>
            <a:ext cx="6076537" cy="158844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743382" y="5551122"/>
            <a:ext cx="6076537" cy="73528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77272" y="948574"/>
            <a:ext cx="6802060" cy="110012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77272" y="2323725"/>
            <a:ext cx="6802060" cy="74202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79504" y="9844962"/>
            <a:ext cx="1674285" cy="493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552354" y="9844962"/>
            <a:ext cx="2455617" cy="493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5505048" y="9844962"/>
            <a:ext cx="1674285" cy="493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6285" rtl="0" eaLnBrk="1" fontAlgn="auto" latinLnBrk="0" hangingPunct="1">
        <a:lnSpc>
          <a:spcPct val="100000"/>
        </a:lnSpc>
        <a:spcBef>
          <a:spcPct val="0"/>
        </a:spcBef>
        <a:buNone/>
        <a:defRPr sz="29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270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7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7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7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7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387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元水票正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0"/>
            <a:ext cx="3240000" cy="195270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小米汤</cp:lastModifiedBy>
  <cp:revision>158</cp:revision>
  <dcterms:created xsi:type="dcterms:W3CDTF">2026-03-21T14:05:44Z</dcterms:created>
  <dcterms:modified xsi:type="dcterms:W3CDTF">2026-03-21T14:05:44Z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7D8AA6EB1C05443AB690728B863D762B_11</vt:lpwstr>
  </property>
</Properties>
</file>