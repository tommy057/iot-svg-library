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3"/>
    <p:sldId id="256" r:id="rId4"/>
    <p:sldId id="258" r:id="rId5"/>
    <p:sldId id="259" r:id="rId6"/>
  </p:sldIdLst>
  <p:sldSz cx="7559675" cy="10691495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7" userDrawn="1">
          <p15:clr>
            <a:srgbClr val="A4A3A4"/>
          </p15:clr>
        </p15:guide>
        <p15:guide id="2" pos="23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3367"/>
        <p:guide pos="238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tableStyles" Target="tableStyles.xml"/><Relationship Id="rId8" Type="http://schemas.openxmlformats.org/officeDocument/2006/relationships/viewProps" Target="viewProps.xml"/><Relationship Id="rId7" Type="http://schemas.openxmlformats.org/officeDocument/2006/relationships/presProps" Target="presProps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743382" y="1425667"/>
            <a:ext cx="6076537" cy="4007584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496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743382" y="5551122"/>
            <a:ext cx="6076537" cy="2295661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1985" spc="200"/>
            </a:lvl1pPr>
            <a:lvl2pPr marL="377825" indent="0" algn="ctr">
              <a:buNone/>
              <a:defRPr sz="1655"/>
            </a:lvl2pPr>
            <a:lvl3pPr marL="756285" indent="0" algn="ctr">
              <a:buNone/>
              <a:defRPr sz="1490"/>
            </a:lvl3pPr>
            <a:lvl4pPr marL="1134110" indent="0" algn="ctr">
              <a:buNone/>
              <a:defRPr sz="1325"/>
            </a:lvl4pPr>
            <a:lvl5pPr marL="1511935" indent="0" algn="ctr">
              <a:buNone/>
              <a:defRPr sz="1325"/>
            </a:lvl5pPr>
            <a:lvl6pPr marL="1889760" indent="0" algn="ctr">
              <a:buNone/>
              <a:defRPr sz="1325"/>
            </a:lvl6pPr>
            <a:lvl7pPr marL="2268220" indent="0" algn="ctr">
              <a:buNone/>
              <a:defRPr sz="1325"/>
            </a:lvl7pPr>
            <a:lvl8pPr marL="2646045" indent="0" algn="ctr">
              <a:buNone/>
              <a:defRPr sz="1325"/>
            </a:lvl8pPr>
            <a:lvl9pPr marL="3023870" indent="0" algn="ctr">
              <a:buNone/>
              <a:defRPr sz="1325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377272" y="948574"/>
            <a:ext cx="6802060" cy="1100121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377272" y="2323725"/>
            <a:ext cx="6802060" cy="7420205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234506" y="6000151"/>
            <a:ext cx="4817475" cy="119554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364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234506" y="7195691"/>
            <a:ext cx="4817475" cy="13527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49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77825" indent="0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2pPr>
            <a:lvl3pPr marL="756285" indent="0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3pPr>
            <a:lvl4pPr marL="1134110" indent="0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4pPr>
            <a:lvl5pPr marL="1511935" indent="0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5pPr>
            <a:lvl6pPr marL="1889760" indent="0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6pPr>
            <a:lvl7pPr marL="2268220" indent="0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7pPr>
            <a:lvl8pPr marL="2646045" indent="0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8pPr>
            <a:lvl9pPr marL="3023870" indent="0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377272" y="948574"/>
            <a:ext cx="6802060" cy="1100121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377272" y="2340564"/>
            <a:ext cx="3210162" cy="7403367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3975868" y="2340564"/>
            <a:ext cx="3210162" cy="7403367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377272" y="948574"/>
            <a:ext cx="6802060" cy="1100121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377272" y="2228307"/>
            <a:ext cx="3312851" cy="594964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1655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77825" indent="0">
              <a:buNone/>
              <a:defRPr sz="1655" b="1"/>
            </a:lvl2pPr>
            <a:lvl3pPr marL="756285" indent="0">
              <a:buNone/>
              <a:defRPr sz="1490" b="1"/>
            </a:lvl3pPr>
            <a:lvl4pPr marL="1134110" indent="0">
              <a:buNone/>
              <a:defRPr sz="1325" b="1"/>
            </a:lvl4pPr>
            <a:lvl5pPr marL="1511935" indent="0">
              <a:buNone/>
              <a:defRPr sz="1325" b="1"/>
            </a:lvl5pPr>
            <a:lvl6pPr marL="1889760" indent="0">
              <a:buNone/>
              <a:defRPr sz="1325" b="1"/>
            </a:lvl6pPr>
            <a:lvl7pPr marL="2268220" indent="0">
              <a:buNone/>
              <a:defRPr sz="1325" b="1"/>
            </a:lvl7pPr>
            <a:lvl8pPr marL="2646045" indent="0">
              <a:buNone/>
              <a:defRPr sz="1325" b="1"/>
            </a:lvl8pPr>
            <a:lvl9pPr marL="3023870" indent="0">
              <a:buNone/>
              <a:defRPr sz="1325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377272" y="2890625"/>
            <a:ext cx="3312851" cy="6853306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3866822" y="2216658"/>
            <a:ext cx="3312851" cy="594964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1655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77825" indent="0">
              <a:buNone/>
              <a:defRPr sz="1655" b="1"/>
            </a:lvl2pPr>
            <a:lvl3pPr marL="756285" indent="0">
              <a:buNone/>
              <a:defRPr sz="1490" b="1"/>
            </a:lvl3pPr>
            <a:lvl4pPr marL="1134110" indent="0">
              <a:buNone/>
              <a:defRPr sz="1325" b="1"/>
            </a:lvl4pPr>
            <a:lvl5pPr marL="1511935" indent="0">
              <a:buNone/>
              <a:defRPr sz="1325" b="1"/>
            </a:lvl5pPr>
            <a:lvl6pPr marL="1889760" indent="0">
              <a:buNone/>
              <a:defRPr sz="1325" b="1"/>
            </a:lvl6pPr>
            <a:lvl7pPr marL="2268220" indent="0">
              <a:buNone/>
              <a:defRPr sz="1325" b="1"/>
            </a:lvl7pPr>
            <a:lvl8pPr marL="2646045" indent="0">
              <a:buNone/>
              <a:defRPr sz="1325" b="1"/>
            </a:lvl8pPr>
            <a:lvl9pPr marL="3023870" indent="0">
              <a:buNone/>
              <a:defRPr sz="1325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3866822" y="2890625"/>
            <a:ext cx="3312851" cy="6853306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377272" y="948574"/>
            <a:ext cx="6802060" cy="1100121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377272" y="2424757"/>
            <a:ext cx="3245059" cy="7184465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325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3937917" y="2424757"/>
            <a:ext cx="3241415" cy="7184465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325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6346655" y="1425667"/>
            <a:ext cx="647390" cy="784117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315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567024" y="1425667"/>
            <a:ext cx="5685870" cy="7841170"/>
          </a:xfrm>
        </p:spPr>
        <p:txBody>
          <a:bodyPr vert="eaVert" lIns="46800" tIns="46800" rIns="46800" bIns="46800"/>
          <a:lstStyle>
            <a:lvl1pPr marL="189230" indent="-189230">
              <a:spcAft>
                <a:spcPts val="1000"/>
              </a:spcAft>
              <a:defRPr spc="300"/>
            </a:lvl1pPr>
            <a:lvl2pPr marL="567055" indent="-189230">
              <a:defRPr spc="300"/>
            </a:lvl2pPr>
            <a:lvl3pPr marL="944880" indent="-189230">
              <a:defRPr spc="300"/>
            </a:lvl3pPr>
            <a:lvl4pPr marL="1322705" indent="-189230">
              <a:defRPr spc="300"/>
            </a:lvl4pPr>
            <a:lvl5pPr marL="1701165" indent="-18923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377272" y="1206766"/>
            <a:ext cx="6804292" cy="854839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743382" y="3872876"/>
            <a:ext cx="6076537" cy="158844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496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743382" y="5551122"/>
            <a:ext cx="6076537" cy="735285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1985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377272" y="948574"/>
            <a:ext cx="6802060" cy="1100121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377272" y="2323725"/>
            <a:ext cx="6802060" cy="7420205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379504" y="9844962"/>
            <a:ext cx="1674285" cy="4939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825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2552354" y="9844962"/>
            <a:ext cx="2455617" cy="4939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825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5505048" y="9844962"/>
            <a:ext cx="1674285" cy="4939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825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756285" rtl="0" eaLnBrk="1" fontAlgn="auto" latinLnBrk="0" hangingPunct="1">
        <a:lnSpc>
          <a:spcPct val="100000"/>
        </a:lnSpc>
        <a:spcBef>
          <a:spcPct val="0"/>
        </a:spcBef>
        <a:buNone/>
        <a:defRPr sz="2975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189230" indent="-189230" algn="l" defTabSz="756285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49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567055" indent="-189230" algn="l" defTabSz="756285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330960" algn="l"/>
          <a:tab pos="1330960" algn="l"/>
          <a:tab pos="1330960" algn="l"/>
          <a:tab pos="1330960" algn="l"/>
        </a:tabLst>
        <a:defRPr sz="132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944880" indent="-189230" algn="l" defTabSz="756285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32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322705" indent="-189230" algn="l" defTabSz="756285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15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1701165" indent="-189230" algn="l" defTabSz="756285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15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078990" indent="-189230" algn="l" defTabSz="756285" rtl="0" eaLnBrk="1" latinLnBrk="0" hangingPunct="1">
        <a:lnSpc>
          <a:spcPct val="90000"/>
        </a:lnSpc>
        <a:spcBef>
          <a:spcPct val="83000"/>
        </a:spcBef>
        <a:buFont typeface="Arial" panose="020B0604020202020204" pitchFamily="34" charset="0"/>
        <a:buChar char="•"/>
        <a:defRPr sz="1490" kern="1200">
          <a:solidFill>
            <a:schemeClr val="tx1"/>
          </a:solidFill>
          <a:latin typeface="+mn-lt"/>
          <a:ea typeface="+mn-ea"/>
          <a:cs typeface="+mn-cs"/>
        </a:defRPr>
      </a:lvl6pPr>
      <a:lvl7pPr marL="2456815" indent="-189230" algn="l" defTabSz="756285" rtl="0" eaLnBrk="1" latinLnBrk="0" hangingPunct="1">
        <a:lnSpc>
          <a:spcPct val="90000"/>
        </a:lnSpc>
        <a:spcBef>
          <a:spcPct val="83000"/>
        </a:spcBef>
        <a:buFont typeface="Arial" panose="020B0604020202020204" pitchFamily="34" charset="0"/>
        <a:buChar char="•"/>
        <a:defRPr sz="1490" kern="1200">
          <a:solidFill>
            <a:schemeClr val="tx1"/>
          </a:solidFill>
          <a:latin typeface="+mn-lt"/>
          <a:ea typeface="+mn-ea"/>
          <a:cs typeface="+mn-cs"/>
        </a:defRPr>
      </a:lvl7pPr>
      <a:lvl8pPr marL="2835275" indent="-189230" algn="l" defTabSz="756285" rtl="0" eaLnBrk="1" latinLnBrk="0" hangingPunct="1">
        <a:lnSpc>
          <a:spcPct val="90000"/>
        </a:lnSpc>
        <a:spcBef>
          <a:spcPct val="83000"/>
        </a:spcBef>
        <a:buFont typeface="Arial" panose="020B0604020202020204" pitchFamily="34" charset="0"/>
        <a:buChar char="•"/>
        <a:defRPr sz="1490" kern="1200">
          <a:solidFill>
            <a:schemeClr val="tx1"/>
          </a:solidFill>
          <a:latin typeface="+mn-lt"/>
          <a:ea typeface="+mn-ea"/>
          <a:cs typeface="+mn-cs"/>
        </a:defRPr>
      </a:lvl8pPr>
      <a:lvl9pPr marL="3213100" indent="-189230" algn="l" defTabSz="756285" rtl="0" eaLnBrk="1" latinLnBrk="0" hangingPunct="1">
        <a:lnSpc>
          <a:spcPct val="90000"/>
        </a:lnSpc>
        <a:spcBef>
          <a:spcPct val="83000"/>
        </a:spcBef>
        <a:buFont typeface="Arial" panose="020B0604020202020204" pitchFamily="34" charset="0"/>
        <a:buChar char="•"/>
        <a:defRPr sz="149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756285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1pPr>
      <a:lvl2pPr marL="377825" algn="l" defTabSz="756285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2pPr>
      <a:lvl3pPr marL="756285" algn="l" defTabSz="756285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3pPr>
      <a:lvl4pPr marL="1134110" algn="l" defTabSz="756285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4pPr>
      <a:lvl5pPr marL="1511935" algn="l" defTabSz="756285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5pPr>
      <a:lvl6pPr marL="1889760" algn="l" defTabSz="756285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6pPr>
      <a:lvl7pPr marL="2268220" algn="l" defTabSz="756285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7pPr>
      <a:lvl8pPr marL="2646045" algn="l" defTabSz="756285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8pPr>
      <a:lvl9pPr marL="3023870" algn="l" defTabSz="756285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3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4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5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6.xml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/>
        </p:nvGrpSpPr>
        <p:grpSpPr>
          <a:xfrm>
            <a:off x="539750" y="484823"/>
            <a:ext cx="6480175" cy="9721850"/>
            <a:chOff x="850" y="765"/>
            <a:chExt cx="10205" cy="15310"/>
          </a:xfrm>
        </p:grpSpPr>
        <p:pic>
          <p:nvPicPr>
            <p:cNvPr id="3" name="图片 2" descr="5元水票正面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850" y="765"/>
              <a:ext cx="5102" cy="3064"/>
            </a:xfrm>
            <a:prstGeom prst="rect">
              <a:avLst/>
            </a:prstGeom>
          </p:spPr>
        </p:pic>
        <p:pic>
          <p:nvPicPr>
            <p:cNvPr id="4" name="图片 3" descr="5元水票正面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5953" y="765"/>
              <a:ext cx="5102" cy="3064"/>
            </a:xfrm>
            <a:prstGeom prst="rect">
              <a:avLst/>
            </a:prstGeom>
          </p:spPr>
        </p:pic>
        <p:pic>
          <p:nvPicPr>
            <p:cNvPr id="5" name="图片 4" descr="5元水票正面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850" y="3827"/>
              <a:ext cx="5102" cy="3064"/>
            </a:xfrm>
            <a:prstGeom prst="rect">
              <a:avLst/>
            </a:prstGeom>
          </p:spPr>
        </p:pic>
        <p:pic>
          <p:nvPicPr>
            <p:cNvPr id="6" name="图片 5" descr="5元水票正面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850" y="6888"/>
              <a:ext cx="5102" cy="3064"/>
            </a:xfrm>
            <a:prstGeom prst="rect">
              <a:avLst/>
            </a:prstGeom>
          </p:spPr>
        </p:pic>
        <p:pic>
          <p:nvPicPr>
            <p:cNvPr id="7" name="图片 6" descr="5元水票正面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850" y="9950"/>
              <a:ext cx="5102" cy="3064"/>
            </a:xfrm>
            <a:prstGeom prst="rect">
              <a:avLst/>
            </a:prstGeom>
          </p:spPr>
        </p:pic>
        <p:pic>
          <p:nvPicPr>
            <p:cNvPr id="8" name="图片 7" descr="5元水票正面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850" y="13011"/>
              <a:ext cx="5102" cy="3064"/>
            </a:xfrm>
            <a:prstGeom prst="rect">
              <a:avLst/>
            </a:prstGeom>
          </p:spPr>
        </p:pic>
        <p:pic>
          <p:nvPicPr>
            <p:cNvPr id="9" name="图片 8" descr="5元水票正面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5953" y="3827"/>
              <a:ext cx="5102" cy="3064"/>
            </a:xfrm>
            <a:prstGeom prst="rect">
              <a:avLst/>
            </a:prstGeom>
          </p:spPr>
        </p:pic>
        <p:pic>
          <p:nvPicPr>
            <p:cNvPr id="10" name="图片 9" descr="5元水票正面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5953" y="6888"/>
              <a:ext cx="5102" cy="3064"/>
            </a:xfrm>
            <a:prstGeom prst="rect">
              <a:avLst/>
            </a:prstGeom>
          </p:spPr>
        </p:pic>
        <p:pic>
          <p:nvPicPr>
            <p:cNvPr id="11" name="图片 10" descr="5元水票正面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5953" y="9950"/>
              <a:ext cx="5102" cy="3064"/>
            </a:xfrm>
            <a:prstGeom prst="rect">
              <a:avLst/>
            </a:prstGeom>
          </p:spPr>
        </p:pic>
        <p:pic>
          <p:nvPicPr>
            <p:cNvPr id="12" name="图片 11" descr="5元水票正面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5953" y="13011"/>
              <a:ext cx="5102" cy="3064"/>
            </a:xfrm>
            <a:prstGeom prst="rect">
              <a:avLst/>
            </a:prstGeom>
          </p:spPr>
        </p:pic>
      </p:grpSp>
    </p:spTree>
    <p:custDataLst>
      <p:tags r:id="rId2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/>
          <p:cNvGrpSpPr/>
          <p:nvPr/>
        </p:nvGrpSpPr>
        <p:grpSpPr>
          <a:xfrm>
            <a:off x="539952" y="485642"/>
            <a:ext cx="6479770" cy="9720210"/>
            <a:chOff x="851" y="769"/>
            <a:chExt cx="10204" cy="15307"/>
          </a:xfrm>
        </p:grpSpPr>
        <p:pic>
          <p:nvPicPr>
            <p:cNvPr id="13" name="图片 12" descr="5元水票背面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851" y="769"/>
              <a:ext cx="5102" cy="3061"/>
            </a:xfrm>
            <a:prstGeom prst="rect">
              <a:avLst/>
            </a:prstGeom>
          </p:spPr>
        </p:pic>
        <p:pic>
          <p:nvPicPr>
            <p:cNvPr id="14" name="图片 13" descr="5元水票背面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5953" y="769"/>
              <a:ext cx="5102" cy="3061"/>
            </a:xfrm>
            <a:prstGeom prst="rect">
              <a:avLst/>
            </a:prstGeom>
          </p:spPr>
        </p:pic>
        <p:pic>
          <p:nvPicPr>
            <p:cNvPr id="15" name="图片 14" descr="5元水票背面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851" y="3831"/>
              <a:ext cx="5102" cy="3061"/>
            </a:xfrm>
            <a:prstGeom prst="rect">
              <a:avLst/>
            </a:prstGeom>
          </p:spPr>
        </p:pic>
        <p:pic>
          <p:nvPicPr>
            <p:cNvPr id="16" name="图片 15" descr="5元水票背面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5953" y="3831"/>
              <a:ext cx="5102" cy="3061"/>
            </a:xfrm>
            <a:prstGeom prst="rect">
              <a:avLst/>
            </a:prstGeom>
          </p:spPr>
        </p:pic>
        <p:pic>
          <p:nvPicPr>
            <p:cNvPr id="17" name="图片 16" descr="5元水票背面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851" y="6892"/>
              <a:ext cx="5102" cy="3061"/>
            </a:xfrm>
            <a:prstGeom prst="rect">
              <a:avLst/>
            </a:prstGeom>
          </p:spPr>
        </p:pic>
        <p:pic>
          <p:nvPicPr>
            <p:cNvPr id="18" name="图片 17" descr="5元水票背面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5953" y="6892"/>
              <a:ext cx="5102" cy="3061"/>
            </a:xfrm>
            <a:prstGeom prst="rect">
              <a:avLst/>
            </a:prstGeom>
          </p:spPr>
        </p:pic>
        <p:pic>
          <p:nvPicPr>
            <p:cNvPr id="19" name="图片 18" descr="5元水票背面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851" y="9954"/>
              <a:ext cx="5102" cy="3061"/>
            </a:xfrm>
            <a:prstGeom prst="rect">
              <a:avLst/>
            </a:prstGeom>
          </p:spPr>
        </p:pic>
        <p:pic>
          <p:nvPicPr>
            <p:cNvPr id="20" name="图片 19" descr="5元水票背面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5953" y="9954"/>
              <a:ext cx="5102" cy="3061"/>
            </a:xfrm>
            <a:prstGeom prst="rect">
              <a:avLst/>
            </a:prstGeom>
          </p:spPr>
        </p:pic>
        <p:pic>
          <p:nvPicPr>
            <p:cNvPr id="21" name="图片 20" descr="5元水票背面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851" y="13015"/>
              <a:ext cx="5102" cy="3061"/>
            </a:xfrm>
            <a:prstGeom prst="rect">
              <a:avLst/>
            </a:prstGeom>
          </p:spPr>
        </p:pic>
        <p:pic>
          <p:nvPicPr>
            <p:cNvPr id="22" name="图片 21" descr="5元水票背面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5953" y="13015"/>
              <a:ext cx="5102" cy="3061"/>
            </a:xfrm>
            <a:prstGeom prst="rect">
              <a:avLst/>
            </a:prstGeom>
          </p:spPr>
        </p:pic>
      </p:grpSp>
    </p:spTree>
    <p:custDataLst>
      <p:tags r:id="rId2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/>
        </p:nvGrpSpPr>
        <p:grpSpPr>
          <a:xfrm>
            <a:off x="539750" y="484823"/>
            <a:ext cx="6480175" cy="9721850"/>
            <a:chOff x="850" y="765"/>
            <a:chExt cx="10205" cy="15310"/>
          </a:xfrm>
        </p:grpSpPr>
        <p:pic>
          <p:nvPicPr>
            <p:cNvPr id="3" name="图片 2" descr="G:/Iot-svg-library/SSF/7元水票正面.png7元水票正面"/>
            <p:cNvPicPr/>
            <p:nvPr/>
          </p:nvPicPr>
          <p:blipFill>
            <a:blip r:embed="rId1"/>
            <a:srcRect t="137" b="137"/>
            <a:stretch>
              <a:fillRect/>
            </a:stretch>
          </p:blipFill>
          <p:spPr>
            <a:xfrm>
              <a:off x="850" y="765"/>
              <a:ext cx="5102" cy="3064"/>
            </a:xfrm>
            <a:prstGeom prst="rect">
              <a:avLst/>
            </a:prstGeom>
          </p:spPr>
        </p:pic>
        <p:pic>
          <p:nvPicPr>
            <p:cNvPr id="4" name="图片 3" descr="G:/Iot-svg-library/SSF/7元水票正面.png7元水票正面"/>
            <p:cNvPicPr/>
            <p:nvPr/>
          </p:nvPicPr>
          <p:blipFill>
            <a:blip r:embed="rId1"/>
            <a:srcRect t="137" b="137"/>
            <a:stretch>
              <a:fillRect/>
            </a:stretch>
          </p:blipFill>
          <p:spPr>
            <a:xfrm>
              <a:off x="5953" y="765"/>
              <a:ext cx="5102" cy="3064"/>
            </a:xfrm>
            <a:prstGeom prst="rect">
              <a:avLst/>
            </a:prstGeom>
          </p:spPr>
        </p:pic>
        <p:pic>
          <p:nvPicPr>
            <p:cNvPr id="5" name="图片 4" descr="G:/Iot-svg-library/SSF/7元水票正面.png7元水票正面"/>
            <p:cNvPicPr/>
            <p:nvPr/>
          </p:nvPicPr>
          <p:blipFill>
            <a:blip r:embed="rId1"/>
            <a:srcRect t="137" b="137"/>
            <a:stretch>
              <a:fillRect/>
            </a:stretch>
          </p:blipFill>
          <p:spPr>
            <a:xfrm>
              <a:off x="850" y="3827"/>
              <a:ext cx="5102" cy="3064"/>
            </a:xfrm>
            <a:prstGeom prst="rect">
              <a:avLst/>
            </a:prstGeom>
          </p:spPr>
        </p:pic>
        <p:pic>
          <p:nvPicPr>
            <p:cNvPr id="6" name="图片 5" descr="G:/Iot-svg-library/SSF/7元水票正面.png7元水票正面"/>
            <p:cNvPicPr/>
            <p:nvPr/>
          </p:nvPicPr>
          <p:blipFill>
            <a:blip r:embed="rId1"/>
            <a:srcRect t="137" b="137"/>
            <a:stretch>
              <a:fillRect/>
            </a:stretch>
          </p:blipFill>
          <p:spPr>
            <a:xfrm>
              <a:off x="850" y="6888"/>
              <a:ext cx="5102" cy="3064"/>
            </a:xfrm>
            <a:prstGeom prst="rect">
              <a:avLst/>
            </a:prstGeom>
          </p:spPr>
        </p:pic>
        <p:pic>
          <p:nvPicPr>
            <p:cNvPr id="7" name="图片 6" descr="G:/Iot-svg-library/SSF/7元水票正面.png7元水票正面"/>
            <p:cNvPicPr/>
            <p:nvPr/>
          </p:nvPicPr>
          <p:blipFill>
            <a:blip r:embed="rId1"/>
            <a:srcRect t="137" b="137"/>
            <a:stretch>
              <a:fillRect/>
            </a:stretch>
          </p:blipFill>
          <p:spPr>
            <a:xfrm>
              <a:off x="850" y="9950"/>
              <a:ext cx="5102" cy="3064"/>
            </a:xfrm>
            <a:prstGeom prst="rect">
              <a:avLst/>
            </a:prstGeom>
          </p:spPr>
        </p:pic>
        <p:pic>
          <p:nvPicPr>
            <p:cNvPr id="8" name="图片 7" descr="G:/Iot-svg-library/SSF/7元水票正面.png7元水票正面"/>
            <p:cNvPicPr/>
            <p:nvPr/>
          </p:nvPicPr>
          <p:blipFill>
            <a:blip r:embed="rId1"/>
            <a:srcRect t="137" b="137"/>
            <a:stretch>
              <a:fillRect/>
            </a:stretch>
          </p:blipFill>
          <p:spPr>
            <a:xfrm>
              <a:off x="850" y="13011"/>
              <a:ext cx="5102" cy="3064"/>
            </a:xfrm>
            <a:prstGeom prst="rect">
              <a:avLst/>
            </a:prstGeom>
          </p:spPr>
        </p:pic>
        <p:pic>
          <p:nvPicPr>
            <p:cNvPr id="9" name="图片 8" descr="G:/Iot-svg-library/SSF/7元水票正面.png7元水票正面"/>
            <p:cNvPicPr/>
            <p:nvPr/>
          </p:nvPicPr>
          <p:blipFill>
            <a:blip r:embed="rId1"/>
            <a:srcRect t="137" b="137"/>
            <a:stretch>
              <a:fillRect/>
            </a:stretch>
          </p:blipFill>
          <p:spPr>
            <a:xfrm>
              <a:off x="5953" y="3827"/>
              <a:ext cx="5102" cy="3064"/>
            </a:xfrm>
            <a:prstGeom prst="rect">
              <a:avLst/>
            </a:prstGeom>
          </p:spPr>
        </p:pic>
        <p:pic>
          <p:nvPicPr>
            <p:cNvPr id="10" name="图片 9" descr="G:/Iot-svg-library/SSF/7元水票正面.png7元水票正面"/>
            <p:cNvPicPr/>
            <p:nvPr/>
          </p:nvPicPr>
          <p:blipFill>
            <a:blip r:embed="rId1"/>
            <a:srcRect t="137" b="137"/>
            <a:stretch>
              <a:fillRect/>
            </a:stretch>
          </p:blipFill>
          <p:spPr>
            <a:xfrm>
              <a:off x="5953" y="6888"/>
              <a:ext cx="5102" cy="3064"/>
            </a:xfrm>
            <a:prstGeom prst="rect">
              <a:avLst/>
            </a:prstGeom>
          </p:spPr>
        </p:pic>
        <p:pic>
          <p:nvPicPr>
            <p:cNvPr id="11" name="图片 10" descr="G:/Iot-svg-library/SSF/7元水票正面.png7元水票正面"/>
            <p:cNvPicPr/>
            <p:nvPr/>
          </p:nvPicPr>
          <p:blipFill>
            <a:blip r:embed="rId1"/>
            <a:srcRect t="137" b="137"/>
            <a:stretch>
              <a:fillRect/>
            </a:stretch>
          </p:blipFill>
          <p:spPr>
            <a:xfrm>
              <a:off x="5953" y="9950"/>
              <a:ext cx="5102" cy="3064"/>
            </a:xfrm>
            <a:prstGeom prst="rect">
              <a:avLst/>
            </a:prstGeom>
          </p:spPr>
        </p:pic>
        <p:pic>
          <p:nvPicPr>
            <p:cNvPr id="12" name="图片 11" descr="G:/Iot-svg-library/SSF/7元水票正面.png7元水票正面"/>
            <p:cNvPicPr/>
            <p:nvPr/>
          </p:nvPicPr>
          <p:blipFill>
            <a:blip r:embed="rId1"/>
            <a:srcRect t="137" b="137"/>
            <a:stretch>
              <a:fillRect/>
            </a:stretch>
          </p:blipFill>
          <p:spPr>
            <a:xfrm>
              <a:off x="5953" y="13011"/>
              <a:ext cx="5102" cy="3064"/>
            </a:xfrm>
            <a:prstGeom prst="rect">
              <a:avLst/>
            </a:prstGeom>
          </p:spPr>
        </p:pic>
      </p:grpSp>
    </p:spTree>
    <p:custDataLst>
      <p:tags r:id="rId2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/>
          <p:cNvGrpSpPr/>
          <p:nvPr/>
        </p:nvGrpSpPr>
        <p:grpSpPr>
          <a:xfrm>
            <a:off x="539952" y="485642"/>
            <a:ext cx="6479770" cy="9720210"/>
            <a:chOff x="851" y="769"/>
            <a:chExt cx="10204" cy="15307"/>
          </a:xfrm>
        </p:grpSpPr>
        <p:pic>
          <p:nvPicPr>
            <p:cNvPr id="13" name="图片 12" descr="G:/Iot-svg-library/SSF/7元水票背面.png7元水票背面"/>
            <p:cNvPicPr/>
            <p:nvPr/>
          </p:nvPicPr>
          <p:blipFill>
            <a:blip r:embed="rId1"/>
            <a:srcRect l="212" t="-16" r="212" b="16"/>
            <a:stretch>
              <a:fillRect/>
            </a:stretch>
          </p:blipFill>
          <p:spPr>
            <a:xfrm>
              <a:off x="851" y="769"/>
              <a:ext cx="5102" cy="3061"/>
            </a:xfrm>
            <a:prstGeom prst="rect">
              <a:avLst/>
            </a:prstGeom>
          </p:spPr>
        </p:pic>
        <p:pic>
          <p:nvPicPr>
            <p:cNvPr id="14" name="图片 13" descr="G:/Iot-svg-library/SSF/7元水票背面.png7元水票背面"/>
            <p:cNvPicPr/>
            <p:nvPr/>
          </p:nvPicPr>
          <p:blipFill>
            <a:blip r:embed="rId1"/>
            <a:srcRect l="212" t="-16" r="212" b="16"/>
            <a:stretch>
              <a:fillRect/>
            </a:stretch>
          </p:blipFill>
          <p:spPr>
            <a:xfrm>
              <a:off x="5953" y="769"/>
              <a:ext cx="5102" cy="3061"/>
            </a:xfrm>
            <a:prstGeom prst="rect">
              <a:avLst/>
            </a:prstGeom>
          </p:spPr>
        </p:pic>
        <p:pic>
          <p:nvPicPr>
            <p:cNvPr id="15" name="图片 14" descr="G:/Iot-svg-library/SSF/7元水票背面.png7元水票背面"/>
            <p:cNvPicPr/>
            <p:nvPr/>
          </p:nvPicPr>
          <p:blipFill>
            <a:blip r:embed="rId1"/>
            <a:srcRect l="212" t="-16" r="212" b="16"/>
            <a:stretch>
              <a:fillRect/>
            </a:stretch>
          </p:blipFill>
          <p:spPr>
            <a:xfrm>
              <a:off x="851" y="3831"/>
              <a:ext cx="5102" cy="3061"/>
            </a:xfrm>
            <a:prstGeom prst="rect">
              <a:avLst/>
            </a:prstGeom>
          </p:spPr>
        </p:pic>
        <p:pic>
          <p:nvPicPr>
            <p:cNvPr id="16" name="图片 15" descr="G:/Iot-svg-library/SSF/7元水票背面.png7元水票背面"/>
            <p:cNvPicPr/>
            <p:nvPr/>
          </p:nvPicPr>
          <p:blipFill>
            <a:blip r:embed="rId1"/>
            <a:srcRect l="212" t="-16" r="212" b="16"/>
            <a:stretch>
              <a:fillRect/>
            </a:stretch>
          </p:blipFill>
          <p:spPr>
            <a:xfrm>
              <a:off x="5953" y="3831"/>
              <a:ext cx="5102" cy="3061"/>
            </a:xfrm>
            <a:prstGeom prst="rect">
              <a:avLst/>
            </a:prstGeom>
          </p:spPr>
        </p:pic>
        <p:pic>
          <p:nvPicPr>
            <p:cNvPr id="17" name="图片 16" descr="G:/Iot-svg-library/SSF/7元水票背面.png7元水票背面"/>
            <p:cNvPicPr/>
            <p:nvPr/>
          </p:nvPicPr>
          <p:blipFill>
            <a:blip r:embed="rId1"/>
            <a:srcRect l="212" t="-16" r="212" b="16"/>
            <a:stretch>
              <a:fillRect/>
            </a:stretch>
          </p:blipFill>
          <p:spPr>
            <a:xfrm>
              <a:off x="851" y="6892"/>
              <a:ext cx="5102" cy="3061"/>
            </a:xfrm>
            <a:prstGeom prst="rect">
              <a:avLst/>
            </a:prstGeom>
          </p:spPr>
        </p:pic>
        <p:pic>
          <p:nvPicPr>
            <p:cNvPr id="18" name="图片 17" descr="G:/Iot-svg-library/SSF/7元水票背面.png7元水票背面"/>
            <p:cNvPicPr/>
            <p:nvPr/>
          </p:nvPicPr>
          <p:blipFill>
            <a:blip r:embed="rId1"/>
            <a:srcRect l="212" t="-16" r="212" b="16"/>
            <a:stretch>
              <a:fillRect/>
            </a:stretch>
          </p:blipFill>
          <p:spPr>
            <a:xfrm>
              <a:off x="5953" y="6892"/>
              <a:ext cx="5102" cy="3061"/>
            </a:xfrm>
            <a:prstGeom prst="rect">
              <a:avLst/>
            </a:prstGeom>
          </p:spPr>
        </p:pic>
        <p:pic>
          <p:nvPicPr>
            <p:cNvPr id="19" name="图片 18" descr="G:/Iot-svg-library/SSF/7元水票背面.png7元水票背面"/>
            <p:cNvPicPr/>
            <p:nvPr/>
          </p:nvPicPr>
          <p:blipFill>
            <a:blip r:embed="rId1"/>
            <a:srcRect l="212" t="-16" r="212" b="16"/>
            <a:stretch>
              <a:fillRect/>
            </a:stretch>
          </p:blipFill>
          <p:spPr>
            <a:xfrm>
              <a:off x="851" y="9954"/>
              <a:ext cx="5102" cy="3061"/>
            </a:xfrm>
            <a:prstGeom prst="rect">
              <a:avLst/>
            </a:prstGeom>
          </p:spPr>
        </p:pic>
        <p:pic>
          <p:nvPicPr>
            <p:cNvPr id="20" name="图片 19" descr="G:/Iot-svg-library/SSF/7元水票背面.png7元水票背面"/>
            <p:cNvPicPr/>
            <p:nvPr/>
          </p:nvPicPr>
          <p:blipFill>
            <a:blip r:embed="rId1"/>
            <a:srcRect l="212" t="-16" r="212" b="16"/>
            <a:stretch>
              <a:fillRect/>
            </a:stretch>
          </p:blipFill>
          <p:spPr>
            <a:xfrm>
              <a:off x="5953" y="9954"/>
              <a:ext cx="5102" cy="3061"/>
            </a:xfrm>
            <a:prstGeom prst="rect">
              <a:avLst/>
            </a:prstGeom>
          </p:spPr>
        </p:pic>
        <p:pic>
          <p:nvPicPr>
            <p:cNvPr id="21" name="图片 20" descr="G:/Iot-svg-library/SSF/7元水票背面.png7元水票背面"/>
            <p:cNvPicPr/>
            <p:nvPr/>
          </p:nvPicPr>
          <p:blipFill>
            <a:blip r:embed="rId1"/>
            <a:srcRect l="212" t="-16" r="212" b="16"/>
            <a:stretch>
              <a:fillRect/>
            </a:stretch>
          </p:blipFill>
          <p:spPr>
            <a:xfrm>
              <a:off x="851" y="13015"/>
              <a:ext cx="5102" cy="3061"/>
            </a:xfrm>
            <a:prstGeom prst="rect">
              <a:avLst/>
            </a:prstGeom>
          </p:spPr>
        </p:pic>
        <p:pic>
          <p:nvPicPr>
            <p:cNvPr id="22" name="图片 21" descr="G:/Iot-svg-library/SSF/7元水票背面.png7元水票背面"/>
            <p:cNvPicPr/>
            <p:nvPr/>
          </p:nvPicPr>
          <p:blipFill>
            <a:blip r:embed="rId1"/>
            <a:srcRect l="212" t="-16" r="212" b="16"/>
            <a:stretch>
              <a:fillRect/>
            </a:stretch>
          </p:blipFill>
          <p:spPr>
            <a:xfrm>
              <a:off x="5953" y="13015"/>
              <a:ext cx="5102" cy="3061"/>
            </a:xfrm>
            <a:prstGeom prst="rect">
              <a:avLst/>
            </a:prstGeom>
          </p:spPr>
        </p:pic>
      </p:grpSp>
    </p:spTree>
    <p:custDataLst>
      <p:tags r:id="rId2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4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WPS 演示</Application>
  <PresentationFormat>宽屏</PresentationFormat>
  <Paragraphs>0</Paragraphs>
  <Slides>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2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小米汤</cp:lastModifiedBy>
  <cp:revision>165</cp:revision>
  <dcterms:created xsi:type="dcterms:W3CDTF">2026-03-21T14:05:00Z</dcterms:created>
  <dcterms:modified xsi:type="dcterms:W3CDTF">2026-03-21T14:35:01Z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7D8AA6EB1C05443AB690728B863D762B_11</vt:lpwstr>
  </property>
</Properties>
</file>